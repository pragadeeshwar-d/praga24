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gadeeshwar D" userId="fec8a3d2d4d68dae" providerId="LiveId" clId="{CDF563D7-7F45-4227-876A-1CE3602C1952}"/>
    <pc:docChg chg="custSel addSld modSld">
      <pc:chgData name="pragadeeshwar D" userId="fec8a3d2d4d68dae" providerId="LiveId" clId="{CDF563D7-7F45-4227-876A-1CE3602C1952}" dt="2022-11-15T06:27:51.327" v="15" actId="20577"/>
      <pc:docMkLst>
        <pc:docMk/>
      </pc:docMkLst>
      <pc:sldChg chg="modSp new mod">
        <pc:chgData name="pragadeeshwar D" userId="fec8a3d2d4d68dae" providerId="LiveId" clId="{CDF563D7-7F45-4227-876A-1CE3602C1952}" dt="2022-11-15T06:27:51.327" v="15" actId="20577"/>
        <pc:sldMkLst>
          <pc:docMk/>
          <pc:sldMk cId="2205490750" sldId="256"/>
        </pc:sldMkLst>
        <pc:spChg chg="mod">
          <ac:chgData name="pragadeeshwar D" userId="fec8a3d2d4d68dae" providerId="LiveId" clId="{CDF563D7-7F45-4227-876A-1CE3602C1952}" dt="2022-11-15T06:27:51.327" v="15" actId="20577"/>
          <ac:spMkLst>
            <pc:docMk/>
            <pc:sldMk cId="2205490750" sldId="256"/>
            <ac:spMk id="2" creationId="{B36CF561-A9EE-3D0C-A7F8-64EDD982284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3EFF0-D2B0-B353-EA2D-22C63BC2DB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FBD626-28B2-08F0-78D5-BF3D873604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918208-5947-7527-73C6-4FB5EBB38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73B33-8CC9-4699-8033-8204E51D624A}" type="datetimeFigureOut">
              <a:rPr lang="en-IN" smtClean="0"/>
              <a:t>15-11-2022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C9C2D2-9B87-8640-6FB1-C6E0C6F80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871556-8F72-DE83-400D-5A2477D59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A21E3-2640-46AD-8674-2CC07F5830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81841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541CF-9E80-A073-7F5C-D3324604B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6F64A7-96B0-E17F-47C7-D6483FBC12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BADAB5-CE22-ADE9-7300-A504EEF9A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73B33-8CC9-4699-8033-8204E51D624A}" type="datetimeFigureOut">
              <a:rPr lang="en-IN" smtClean="0"/>
              <a:t>15-11-2022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1841B8-DCC3-DCC3-2D51-C39A17828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48DDB2-BC47-DF5B-825D-695EB5B99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A21E3-2640-46AD-8674-2CC07F5830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23290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A5781-2C2C-371D-0DBA-C45EA1F8B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0F1B4-0679-4613-8491-ABABB0E2BD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1AD1F8-42F9-8D01-BEFC-7FDFCDE0D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73B33-8CC9-4699-8033-8204E51D624A}" type="datetimeFigureOut">
              <a:rPr lang="en-IN" smtClean="0"/>
              <a:t>15-11-2022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356436-1C47-6899-3C3C-4EAC3E607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640B22-5E15-637C-347E-E440DE4F9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A21E3-2640-46AD-8674-2CC07F5830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59233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07421-21E5-1BA3-1AF9-B2D4E2A26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6B63E9-2D9E-D10E-C89F-64F0ED1192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9F2746-950B-3A22-DE52-F83FC46353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EF8C8-B52B-2456-5682-2CBA85C8F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73B33-8CC9-4699-8033-8204E51D624A}" type="datetimeFigureOut">
              <a:rPr lang="en-IN" smtClean="0"/>
              <a:t>15-11-2022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20D5BA-32F1-706D-6131-B8F9A4722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446D3D-5331-7F15-27FB-5D15D4181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A21E3-2640-46AD-8674-2CC07F5830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3066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F76F1-52BB-7D55-C62D-AB917D3B6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09FA62-3801-6EDB-7D5B-6B52C0BADB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01D32B-37C0-1408-E6B6-570BD56025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77162F-F4EB-1CDE-F043-21439C461A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A1CAC9-5835-405C-53A4-7C7B74FA30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05201F-F3D5-B5A2-05E3-1ACDEAE78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73B33-8CC9-4699-8033-8204E51D624A}" type="datetimeFigureOut">
              <a:rPr lang="en-IN" smtClean="0"/>
              <a:t>15-11-2022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613A12-2EC6-D0F8-70EB-0BB930D65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5C79D9-42BD-8DEF-BBFC-C084D6622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A21E3-2640-46AD-8674-2CC07F5830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4275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22F47-57C4-958F-A43E-815A8D831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BAEDAE-BD91-FEAC-01FA-9432A6299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73B33-8CC9-4699-8033-8204E51D624A}" type="datetimeFigureOut">
              <a:rPr lang="en-IN" smtClean="0"/>
              <a:t>15-11-2022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E2CB1F-C701-5F54-5229-4B16184AD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7A656F-806C-7A13-550E-BE02DD561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A21E3-2640-46AD-8674-2CC07F5830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0450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5EFDC8-800D-6C0A-46C6-08E59A32E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73B33-8CC9-4699-8033-8204E51D624A}" type="datetimeFigureOut">
              <a:rPr lang="en-IN" smtClean="0"/>
              <a:t>15-11-2022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12142A-CB0A-87C4-14E6-6940FCA92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F5D608-FC73-751C-64E5-33D9E34A5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A21E3-2640-46AD-8674-2CC07F5830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78223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987F0-6081-2829-4A21-31E76DE69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265E3C-37A2-F128-8C00-4C040689F1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1A79A3-5E39-CEEE-4070-CEFF5412B8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DA3BDF-6A9C-BCF1-596F-2F3919E60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73B33-8CC9-4699-8033-8204E51D624A}" type="datetimeFigureOut">
              <a:rPr lang="en-IN" smtClean="0"/>
              <a:t>15-11-2022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73F8DF-4C4A-23AF-80EB-9F1C97F47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91B323-CBEB-F3B9-C181-F522C89AA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A21E3-2640-46AD-8674-2CC07F5830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93774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24F0A-6052-1B14-3214-9788EA9CD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965EE1-D61E-05F6-A03F-61D070F33D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2C029E-40AF-D740-B871-9117BA6419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D55D0D-78D1-0207-639C-4EF3F7EA2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73B33-8CC9-4699-8033-8204E51D624A}" type="datetimeFigureOut">
              <a:rPr lang="en-IN" smtClean="0"/>
              <a:t>15-11-2022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2055C7-1F39-7C7D-749A-13418E399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27BCBF-97E7-540B-12AF-7DF5D9530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A21E3-2640-46AD-8674-2CC07F5830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31397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BD0D0-755F-F564-6C9A-D6B796032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47F010-F774-0FB7-F61D-0F717646CE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AD7812-0C38-EB04-6406-B13100513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73B33-8CC9-4699-8033-8204E51D624A}" type="datetimeFigureOut">
              <a:rPr lang="en-IN" smtClean="0"/>
              <a:t>15-11-2022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5BE16E-4292-A000-8CEE-C0DF7B787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AB7D2D-A11E-451F-E14D-CC7B00CF7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A21E3-2640-46AD-8674-2CC07F5830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34629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842F96-4DC9-9453-AA24-A910DBABA5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E30392-8DC4-5D9D-D530-7BB36F57B6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9F19DF-5167-E061-8A99-2345D937C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73B33-8CC9-4699-8033-8204E51D624A}" type="datetimeFigureOut">
              <a:rPr lang="en-IN" smtClean="0"/>
              <a:t>15-11-2022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562B76-27F3-153E-1CC3-00D82F063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34C821-1269-9DBB-6370-A5DAE7F80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A21E3-2640-46AD-8674-2CC07F5830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82839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3A2FB9-7965-8618-368F-9E5185A02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0C5124-6659-671C-98AD-194F6B10D1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58AD0E-92CE-FD52-31CB-FC2CB8D959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273B33-8CC9-4699-8033-8204E51D624A}" type="datetimeFigureOut">
              <a:rPr lang="en-IN" smtClean="0"/>
              <a:t>15-11-2022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CFC0D4-E3E9-DD2D-C8C6-6C4A6774C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F5201A-750E-40C5-B36B-35675E4420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6A21E3-2640-46AD-8674-2CC07F5830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26432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CF561-A9EE-3D0C-A7F8-64EDD982284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Lionel </a:t>
            </a:r>
            <a:r>
              <a:rPr lang="en-IN"/>
              <a:t>messi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33A02A-4B6A-00F9-C9A0-64DF8390DF3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54907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Lionel messi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Lionel messi</dc:title>
  <dc:creator>pragadeeshwar D</dc:creator>
  <cp:lastModifiedBy>pragadeeshwar D</cp:lastModifiedBy>
  <cp:revision>1</cp:revision>
  <dcterms:created xsi:type="dcterms:W3CDTF">2022-11-15T06:27:41Z</dcterms:created>
  <dcterms:modified xsi:type="dcterms:W3CDTF">2022-11-15T06:27:52Z</dcterms:modified>
</cp:coreProperties>
</file>