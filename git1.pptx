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gadeeshwar D" userId="fec8a3d2d4d68dae" providerId="LiveId" clId="{7AF72FB3-AFB7-4602-A6C8-FB23CD7682CE}"/>
    <pc:docChg chg="custSel addSld modSld">
      <pc:chgData name="pragadeeshwar D" userId="fec8a3d2d4d68dae" providerId="LiveId" clId="{7AF72FB3-AFB7-4602-A6C8-FB23CD7682CE}" dt="2022-11-15T06:27:14.834" v="13" actId="5793"/>
      <pc:docMkLst>
        <pc:docMk/>
      </pc:docMkLst>
      <pc:sldChg chg="modSp new mod">
        <pc:chgData name="pragadeeshwar D" userId="fec8a3d2d4d68dae" providerId="LiveId" clId="{7AF72FB3-AFB7-4602-A6C8-FB23CD7682CE}" dt="2022-11-15T06:27:14.834" v="13" actId="5793"/>
        <pc:sldMkLst>
          <pc:docMk/>
          <pc:sldMk cId="2632527084" sldId="256"/>
        </pc:sldMkLst>
        <pc:spChg chg="mod">
          <ac:chgData name="pragadeeshwar D" userId="fec8a3d2d4d68dae" providerId="LiveId" clId="{7AF72FB3-AFB7-4602-A6C8-FB23CD7682CE}" dt="2022-11-15T06:27:14.834" v="13" actId="5793"/>
          <ac:spMkLst>
            <pc:docMk/>
            <pc:sldMk cId="2632527084" sldId="256"/>
            <ac:spMk id="2" creationId="{E57117E5-2B47-D9A6-276A-32A75F2AFF3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A970-00DA-00A3-7581-939BB6844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CD5EA-3C12-6819-C4D7-7CB4B5AFF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EA3FB-F7C0-ADBF-B90F-E1C4F7155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2F91-7118-4AB7-A0AC-43B40A610AC5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3B91C-4ED9-1E55-0EA1-3AEB7F112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5F0C4-9BD0-B9EC-D8B6-CAE63ADF6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B859-777A-421C-86FD-60EF69FE3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46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76B00-42DF-03BE-0001-6E09C8E7B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9D37D-1C15-E071-C253-F50D27144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9A8C7-AEAB-1390-368B-48CBAA488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2F91-7118-4AB7-A0AC-43B40A610AC5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D8A4D-4169-D730-2097-0A4F297AD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F7972-BCFA-4D5C-D4F3-CB3C00F94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B859-777A-421C-86FD-60EF69FE3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827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CD47E-4507-BE98-B22A-61C8D8C72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23471-1777-0445-0ABA-C5FADF704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06D65-2717-83E6-B542-29926FDA0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2F91-7118-4AB7-A0AC-43B40A610AC5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FDF5A-00F8-377F-DFA5-655CEF4FD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5EF1B-A4C8-EA37-241B-3F87B0F5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B859-777A-421C-86FD-60EF69FE3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863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AE22-E853-9E75-D27A-50F0E5011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DDB9F-AD05-246C-E3AA-685D749DEF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D4C46-925C-AB14-6B90-22A74B5DA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1773B-52B5-AD52-94F0-6647812E4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2F91-7118-4AB7-A0AC-43B40A610AC5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35865-97B8-C7C2-9777-3FF8D246A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1FE95-0729-4201-7DC7-70B5BD116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B859-777A-421C-86FD-60EF69FE3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053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3C3E7-33AC-67BA-9B82-B5831EAD4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1E875-E460-4D6A-DCA0-AF6E35721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8FD60-8121-D2BC-697A-596B2BC21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B8AFE9-3BB6-1B7C-077C-AA0BA30E9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1F3956-F8A0-2F01-2AEE-43EC2229B2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4C9307-DD88-89F7-2F02-66B6529C2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2F91-7118-4AB7-A0AC-43B40A610AC5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C858DE-0A68-F6CB-085F-8EA7A4B5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1B64AE-4991-463B-35D4-7E0832B47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B859-777A-421C-86FD-60EF69FE3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597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37241-0445-0892-414D-79BA06325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46B466-C6BC-1B62-2A07-E24BE0FF6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2F91-7118-4AB7-A0AC-43B40A610AC5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9F043D-D99F-7A46-68CE-4077E974E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9E1995-13A4-4FC5-A226-F73F35AE6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B859-777A-421C-86FD-60EF69FE3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852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006E1B-6C18-F58B-920A-E4CD205B4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2F91-7118-4AB7-A0AC-43B40A610AC5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1F2A8F-254E-9CB4-7F8B-E27CD89C1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A9C1D-1664-1302-7DFF-198952309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B859-777A-421C-86FD-60EF69FE3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292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0354-481B-FAA1-3CC9-391DECEFB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DE612-E880-8697-A0E3-A024F975D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74919-5A9B-86F5-85B5-1FDFF081F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BB225-E106-5F75-F77F-CF8DA3E87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2F91-7118-4AB7-A0AC-43B40A610AC5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98D5A-294C-D0B7-0392-2E9D2AD27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B4399-4CDA-8095-FBF7-1D546BD9C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B859-777A-421C-86FD-60EF69FE3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865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F6CF6-2C38-D3B3-60C9-27AD9256B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445EC6-27F0-B83E-E90B-8598ECBE7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10A13-7F00-8247-8BD8-5E7EA2787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3EC47-42F0-0B7C-EC5D-E66B98DA7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2F91-7118-4AB7-A0AC-43B40A610AC5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C1283-E711-D71C-4BD9-F13084EDC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19D70-E348-A902-8CC9-E377A395E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B859-777A-421C-86FD-60EF69FE3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560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509B3-75C4-3CC8-2DA7-197458605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185E7-9A8F-57E0-17B9-0B9999603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4FBC2-13D7-32D7-F129-24B28668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2F91-7118-4AB7-A0AC-43B40A610AC5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BCC9E-76AA-19A4-2EE7-D578D4EA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91E4C-A162-9890-D3E5-105E380BE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B859-777A-421C-86FD-60EF69FE3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389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9BFD6E-C2B5-EC22-B181-E753FFDB56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380EF-C96D-1D21-5CBC-1CF8F134B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D46E1-1C6C-7140-C0FB-A3FBE9C5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2F91-7118-4AB7-A0AC-43B40A610AC5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BD859-8008-5B69-3127-AC98B6D43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BA723-8DA9-C8C0-0556-3DA09A473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5B859-777A-421C-86FD-60EF69FE3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98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B32F36-8514-1261-D6AD-45DB40260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E48BE-B653-4BF1-E7D3-28318C861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05378-0C92-2566-A8C7-D2B219A3C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A2F91-7118-4AB7-A0AC-43B40A610AC5}" type="datetimeFigureOut">
              <a:rPr lang="en-IN" smtClean="0"/>
              <a:t>15-11-2022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A8B03-631C-70CC-29D9-1F3D2205C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02C94-851C-3676-23FD-F3C31F57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5B859-777A-421C-86FD-60EF69FE3C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077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117E5-2B47-D9A6-276A-32A75F2AFF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Praga</a:t>
            </a:r>
            <a:br>
              <a:rPr lang="en-IN"/>
            </a:b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C8C0AC-3218-7E7B-AE70-BF682E8157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527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Praga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Praga </dc:title>
  <dc:creator>pragadeeshwar D</dc:creator>
  <cp:lastModifiedBy>pragadeeshwar D</cp:lastModifiedBy>
  <cp:revision>1</cp:revision>
  <dcterms:created xsi:type="dcterms:W3CDTF">2022-11-15T06:27:08Z</dcterms:created>
  <dcterms:modified xsi:type="dcterms:W3CDTF">2022-11-15T06:27:16Z</dcterms:modified>
</cp:coreProperties>
</file>